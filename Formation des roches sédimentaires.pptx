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68" r:id="rId5"/>
    <p:sldId id="269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EA1BD-DCC0-44BB-924F-C072F995903D}" type="datetimeFigureOut">
              <a:rPr lang="fr-FR" smtClean="0"/>
              <a:pPr/>
              <a:t>22/04/2022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581A-67AA-4FE9-BE5B-E0EC3FA69A4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EA1BD-DCC0-44BB-924F-C072F995903D}" type="datetimeFigureOut">
              <a:rPr lang="fr-FR" smtClean="0"/>
              <a:pPr/>
              <a:t>22/04/2022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581A-67AA-4FE9-BE5B-E0EC3FA69A4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EA1BD-DCC0-44BB-924F-C072F995903D}" type="datetimeFigureOut">
              <a:rPr lang="fr-FR" smtClean="0"/>
              <a:pPr/>
              <a:t>22/04/2022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581A-67AA-4FE9-BE5B-E0EC3FA69A4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EA1BD-DCC0-44BB-924F-C072F995903D}" type="datetimeFigureOut">
              <a:rPr lang="fr-FR" smtClean="0"/>
              <a:pPr/>
              <a:t>22/04/2022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581A-67AA-4FE9-BE5B-E0EC3FA69A4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EA1BD-DCC0-44BB-924F-C072F995903D}" type="datetimeFigureOut">
              <a:rPr lang="fr-FR" smtClean="0"/>
              <a:pPr/>
              <a:t>22/04/2022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581A-67AA-4FE9-BE5B-E0EC3FA69A4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EA1BD-DCC0-44BB-924F-C072F995903D}" type="datetimeFigureOut">
              <a:rPr lang="fr-FR" smtClean="0"/>
              <a:pPr/>
              <a:t>22/04/2022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581A-67AA-4FE9-BE5B-E0EC3FA69A4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EA1BD-DCC0-44BB-924F-C072F995903D}" type="datetimeFigureOut">
              <a:rPr lang="fr-FR" smtClean="0"/>
              <a:pPr/>
              <a:t>22/04/2022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581A-67AA-4FE9-BE5B-E0EC3FA69A4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EA1BD-DCC0-44BB-924F-C072F995903D}" type="datetimeFigureOut">
              <a:rPr lang="fr-FR" smtClean="0"/>
              <a:pPr/>
              <a:t>22/04/2022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581A-67AA-4FE9-BE5B-E0EC3FA69A4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EA1BD-DCC0-44BB-924F-C072F995903D}" type="datetimeFigureOut">
              <a:rPr lang="fr-FR" smtClean="0"/>
              <a:pPr/>
              <a:t>22/04/2022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581A-67AA-4FE9-BE5B-E0EC3FA69A4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EA1BD-DCC0-44BB-924F-C072F995903D}" type="datetimeFigureOut">
              <a:rPr lang="fr-FR" smtClean="0"/>
              <a:pPr/>
              <a:t>22/04/2022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581A-67AA-4FE9-BE5B-E0EC3FA69A4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EA1BD-DCC0-44BB-924F-C072F995903D}" type="datetimeFigureOut">
              <a:rPr lang="fr-FR" smtClean="0"/>
              <a:pPr/>
              <a:t>22/04/2022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581A-67AA-4FE9-BE5B-E0EC3FA69A4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EA1BD-DCC0-44BB-924F-C072F995903D}" type="datetimeFigureOut">
              <a:rPr lang="fr-FR" smtClean="0"/>
              <a:pPr/>
              <a:t>22/04/2022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F581A-67AA-4FE9-BE5B-E0EC3FA69A4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14282" y="1643050"/>
            <a:ext cx="871543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i="1" dirty="0" smtClean="0">
                <a:solidFill>
                  <a:srgbClr val="FF0000"/>
                </a:solidFill>
              </a:rPr>
              <a:t>Formation des roches sédimentaires :</a:t>
            </a:r>
          </a:p>
          <a:p>
            <a:pPr algn="ctr"/>
            <a:r>
              <a:rPr lang="fr-FR" sz="4800" i="1" dirty="0" smtClean="0">
                <a:solidFill>
                  <a:srgbClr val="FF0000"/>
                </a:solidFill>
              </a:rPr>
              <a:t>La Sédimentation</a:t>
            </a:r>
          </a:p>
          <a:p>
            <a:pPr algn="ctr"/>
            <a:r>
              <a:rPr lang="fr-FR" sz="4800" i="1" dirty="0" smtClean="0">
                <a:solidFill>
                  <a:srgbClr val="FF0000"/>
                </a:solidFill>
              </a:rPr>
              <a:t>1</a:t>
            </a:r>
            <a:r>
              <a:rPr lang="fr-FR" sz="4800" i="1" baseline="30000" dirty="0" smtClean="0">
                <a:solidFill>
                  <a:srgbClr val="FF0000"/>
                </a:solidFill>
              </a:rPr>
              <a:t>ère</a:t>
            </a:r>
            <a:r>
              <a:rPr lang="fr-FR" sz="4800" i="1" dirty="0" smtClean="0">
                <a:solidFill>
                  <a:srgbClr val="FF0000"/>
                </a:solidFill>
              </a:rPr>
              <a:t> AC</a:t>
            </a:r>
            <a:endParaRPr lang="fr-FR" sz="4800" i="1" dirty="0">
              <a:solidFill>
                <a:srgbClr val="FF000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6786578" y="428604"/>
            <a:ext cx="1928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i="1" dirty="0" smtClean="0">
                <a:solidFill>
                  <a:srgbClr val="002060"/>
                </a:solidFill>
              </a:rPr>
              <a:t>2021 - 2022</a:t>
            </a:r>
            <a:endParaRPr lang="fr-FR" sz="2800" i="1" dirty="0">
              <a:solidFill>
                <a:srgbClr val="002060"/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571472" y="5429264"/>
            <a:ext cx="2928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i="1" dirty="0" smtClean="0">
                <a:solidFill>
                  <a:srgbClr val="002060"/>
                </a:solidFill>
              </a:rPr>
              <a:t>Mr DAHMANI</a:t>
            </a:r>
            <a:endParaRPr lang="fr-FR" sz="2800" i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85720" y="2214554"/>
            <a:ext cx="85011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400" b="1" i="1" dirty="0">
                <a:latin typeface="Times New Roman" pitchFamily="18" charset="0"/>
                <a:cs typeface="Times New Roman" pitchFamily="18" charset="0"/>
              </a:rPr>
              <a:t>La sédimentation</a:t>
            </a:r>
            <a:r>
              <a:rPr lang="fr-FR" sz="2400" i="1" dirty="0">
                <a:latin typeface="Times New Roman" pitchFamily="18" charset="0"/>
                <a:cs typeface="Times New Roman" pitchFamily="18" charset="0"/>
              </a:rPr>
              <a:t> est un processus dans lequel des particules de matière quelconque cessent progressivement de se déplacer et se </a:t>
            </a:r>
            <a:r>
              <a:rPr lang="fr-FR" sz="2400" i="1" dirty="0" smtClean="0">
                <a:latin typeface="Times New Roman" pitchFamily="18" charset="0"/>
                <a:cs typeface="Times New Roman" pitchFamily="18" charset="0"/>
              </a:rPr>
              <a:t>déposent  sous forme de  couches.</a:t>
            </a:r>
            <a:endParaRPr lang="fr-FR" sz="2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785786" y="1285860"/>
            <a:ext cx="7786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3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Définition:</a:t>
            </a:r>
            <a:endParaRPr lang="fr-FR" sz="32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z\Desktop\Captur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163" y="857232"/>
            <a:ext cx="9064869" cy="49196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z\Desktop\Capture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06" y="1236468"/>
            <a:ext cx="9001156" cy="38356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z\Desktop\Capture3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872627"/>
            <a:ext cx="8858312" cy="269938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z\Desktop\Captur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9128" y="142852"/>
            <a:ext cx="7971962" cy="5658386"/>
          </a:xfrm>
          <a:prstGeom prst="rect">
            <a:avLst/>
          </a:prstGeom>
          <a:noFill/>
        </p:spPr>
      </p:pic>
      <p:pic>
        <p:nvPicPr>
          <p:cNvPr id="2051" name="Picture 3" descr="C:\Users\z\Desktop\Capture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5786454"/>
            <a:ext cx="7579249" cy="10001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z\Desktop\Captur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785794"/>
            <a:ext cx="8747379" cy="514353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z\Desktop\Captur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06" y="1692419"/>
            <a:ext cx="8998424" cy="352253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z\Desktop\Captur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74248"/>
            <a:ext cx="9144000" cy="868736"/>
          </a:xfrm>
          <a:prstGeom prst="rect">
            <a:avLst/>
          </a:prstGeom>
          <a:noFill/>
        </p:spPr>
      </p:pic>
      <p:pic>
        <p:nvPicPr>
          <p:cNvPr id="5123" name="Picture 3" descr="C:\Users\z\Desktop\2-fnx-svt-c09-img0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1428736"/>
            <a:ext cx="8382624" cy="471490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z\Desktop\Captur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2809" y="428604"/>
            <a:ext cx="8898347" cy="602533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z\Desktop\Captur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5150" y="952486"/>
            <a:ext cx="8846006" cy="1119192"/>
          </a:xfrm>
          <a:prstGeom prst="rect">
            <a:avLst/>
          </a:prstGeom>
          <a:noFill/>
        </p:spPr>
      </p:pic>
      <p:pic>
        <p:nvPicPr>
          <p:cNvPr id="7171" name="Picture 3" descr="C:\Users\z\Desktop\Capture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7562" y="2428868"/>
            <a:ext cx="8722156" cy="314327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z\Desktop\Captur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0387" y="1214422"/>
            <a:ext cx="8355017" cy="452915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z\Desktop\Captur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3755" y="214290"/>
            <a:ext cx="8785963" cy="4520037"/>
          </a:xfrm>
          <a:prstGeom prst="rect">
            <a:avLst/>
          </a:prstGeom>
          <a:noFill/>
        </p:spPr>
      </p:pic>
      <p:pic>
        <p:nvPicPr>
          <p:cNvPr id="9219" name="Picture 3" descr="C:\Users\z\Desktop\Capture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06" y="4762432"/>
            <a:ext cx="9001188" cy="166696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z\Desktop\Captur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2852"/>
            <a:ext cx="9144000" cy="3866297"/>
          </a:xfrm>
          <a:prstGeom prst="rect">
            <a:avLst/>
          </a:prstGeom>
          <a:noFill/>
        </p:spPr>
      </p:pic>
      <p:pic>
        <p:nvPicPr>
          <p:cNvPr id="10243" name="Picture 3" descr="C:\Users\z\Desktop\sahara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1" y="4143380"/>
            <a:ext cx="4214841" cy="2372955"/>
          </a:xfrm>
          <a:prstGeom prst="rect">
            <a:avLst/>
          </a:prstGeom>
          <a:noFill/>
        </p:spPr>
      </p:pic>
      <p:pic>
        <p:nvPicPr>
          <p:cNvPr id="10244" name="Picture 4" descr="C:\Users\z\Desktop\630x354_100_300_000000x30x0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43438" y="4143380"/>
            <a:ext cx="4260649" cy="23399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18</Words>
  <Application>Microsoft Office PowerPoint</Application>
  <PresentationFormat>Affichage à l'écran (4:3)</PresentationFormat>
  <Paragraphs>7</Paragraphs>
  <Slides>14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5" baseType="lpstr">
      <vt:lpstr>Thème Office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z</dc:creator>
  <cp:lastModifiedBy>z</cp:lastModifiedBy>
  <cp:revision>8</cp:revision>
  <dcterms:created xsi:type="dcterms:W3CDTF">2022-04-18T08:53:56Z</dcterms:created>
  <dcterms:modified xsi:type="dcterms:W3CDTF">2022-04-22T15:15:51Z</dcterms:modified>
</cp:coreProperties>
</file>